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21D19-780C-4318-ACDE-0D08401ED359}" v="881" dt="2025-12-26T19:18:58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9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6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8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9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7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95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8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1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84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98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56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46791" y="608456"/>
            <a:ext cx="9144000" cy="2209393"/>
          </a:xfrm>
        </p:spPr>
        <p:txBody>
          <a:bodyPr/>
          <a:lstStyle/>
          <a:p>
            <a:r>
              <a:rPr lang="ru-RU" sz="2800" b="1" dirty="0">
                <a:latin typeface="Calibri"/>
                <a:ea typeface="Calibri"/>
                <a:cs typeface="Calibri"/>
              </a:rPr>
              <a:t>Консольный чат бот для приемок заявок в службе техподдержки</a:t>
            </a:r>
            <a:endParaRPr lang="ru-RU" sz="2800" dirty="0">
              <a:latin typeface="Calibri"/>
            </a:endParaRP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65116" y="5102867"/>
            <a:ext cx="2929861" cy="4053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1400" dirty="0">
                <a:latin typeface="Calibri"/>
                <a:ea typeface="Calibri"/>
                <a:cs typeface="Calibri"/>
              </a:rPr>
              <a:t>Выполнял:</a:t>
            </a:r>
          </a:p>
          <a:p>
            <a:r>
              <a:rPr lang="ru-RU" sz="1400" dirty="0">
                <a:latin typeface="Calibri"/>
                <a:ea typeface="Calibri"/>
                <a:cs typeface="Calibri"/>
              </a:rPr>
              <a:t>Студент: Белов </a:t>
            </a:r>
            <a:r>
              <a:rPr lang="ru-RU" sz="1400" err="1">
                <a:latin typeface="Calibri"/>
                <a:ea typeface="Calibri"/>
                <a:cs typeface="Calibri"/>
              </a:rPr>
              <a:t>кирилл</a:t>
            </a:r>
            <a:endParaRPr lang="ru-RU" sz="1400">
              <a:latin typeface="Calibri"/>
              <a:ea typeface="Calibri"/>
              <a:cs typeface="Calibri"/>
            </a:endParaRPr>
          </a:p>
          <a:p>
            <a:r>
              <a:rPr lang="ru-RU" sz="1400" dirty="0">
                <a:latin typeface="Calibri"/>
                <a:ea typeface="Calibri"/>
                <a:cs typeface="Calibri"/>
              </a:rPr>
              <a:t>Группа: ИПО-21.24</a:t>
            </a:r>
          </a:p>
        </p:txBody>
      </p:sp>
      <p:pic>
        <p:nvPicPr>
          <p:cNvPr id="4" name="Рисунок 3" descr="Изображение выглядит как мультфильм, графическая вставка, Анимация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63B0A7-1C35-3F65-B1FD-F7863E10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58" y="2602676"/>
            <a:ext cx="4104483" cy="38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18320-9F5A-0E5E-562C-5E9623F3F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59" y="-378505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            Что я создал?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B770F0-B7F7-4FC3-CE94-1775DE9DF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712659"/>
            <a:ext cx="1044244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Я создал маленькую, но полезную программу - бота для техподдержки. Он работает в окне командной строки  и умеет: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принимать новые заявки от пользователей;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показывать все накопленные заявки;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сохранять данные, чтобы они не пропали после закрытия программы.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ACFF7-401F-4BC7-FC2A-EFCC8A6C1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1B026-7D33-4601-9A17-48DEF95AFCA2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E1ACF7-BFC2-E63E-480B-D179BADE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E70F8-04EA-AFF9-39B0-34E4EEDF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85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10C2C-3A96-1DC9-0505-867FCBFD3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89" y="-415941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         Главные плюсы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0BB951-1667-A4F8-1BFB-69D6F7F49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99" y="1555472"/>
            <a:ext cx="11428911" cy="45358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написан на C# - это современный и понятный язык;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всего 29 строк кода - очень компактно;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не требует сложных интерфейсов - всё через текст;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хранит данные в простом текстовом файле(t.txt).</a:t>
            </a:r>
          </a:p>
          <a:p>
            <a:r>
              <a:rPr lang="ru-RU" sz="2000" dirty="0">
                <a:latin typeface="Calibri"/>
                <a:ea typeface="+mn-lt"/>
                <a:cs typeface="+mn-lt"/>
              </a:rPr>
              <a:t>(Файл </a:t>
            </a:r>
            <a:r>
              <a:rPr lang="ru-RU" sz="2000" dirty="0">
                <a:latin typeface="Calibri"/>
                <a:ea typeface="Calibri"/>
                <a:cs typeface="Calibri"/>
              </a:rPr>
              <a:t>t.txt</a:t>
            </a:r>
            <a:r>
              <a:rPr lang="ru-RU" sz="2000" dirty="0">
                <a:latin typeface="Calibri"/>
                <a:ea typeface="+mn-lt"/>
                <a:cs typeface="+mn-lt"/>
              </a:rPr>
              <a:t> - это текстовый файл, в котором бот сохраняет все заявки (в формате «время - описание») между запусками программы: при старте он загружает данные из него, а при завершении работы (по команде «выход») - записывает обновлённый список заявок обратно.)</a:t>
            </a:r>
            <a:endParaRPr lang="ru-RU" sz="2000" dirty="0">
              <a:latin typeface="Calibri"/>
              <a:ea typeface="Calibri"/>
              <a:cs typeface="Calibri"/>
            </a:endParaRP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BC38AA-B668-2B48-F2A1-274659FE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906E-32E3-45D1-B1DE-7D641A28A27E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4142B3-866C-C62E-5575-6C81C133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46D765-64BB-A898-35B6-1BB85332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  <p:pic>
        <p:nvPicPr>
          <p:cNvPr id="7" name="Рисунок 6" descr="Изображение выглядит как мультфильм, игруш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BB7E8A-669F-A247-FB50-4CF7AB872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647" y="-2"/>
            <a:ext cx="5281078" cy="346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4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590CB-89B8-0CCF-AF82-433500DA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16" y="-243027"/>
            <a:ext cx="10449784" cy="1265928"/>
          </a:xfrm>
        </p:spPr>
        <p:txBody>
          <a:bodyPr/>
          <a:lstStyle/>
          <a:p>
            <a:endParaRPr lang="ru-RU" sz="1000" dirty="0">
              <a:latin typeface="Helvetica Neue"/>
            </a:endParaRPr>
          </a:p>
          <a:p>
            <a:r>
              <a:rPr lang="ru-RU" dirty="0"/>
              <a:t>Как я делал по шагам.</a:t>
            </a:r>
            <a:br>
              <a:rPr lang="ru-RU" dirty="0"/>
            </a:br>
            <a:r>
              <a:rPr lang="ru-RU" dirty="0"/>
              <a:t>                                                   Шаг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134BD0-99A4-B816-92B4-5CE1E228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Придумал, что должно быть в программе решил, что будет три главные команды: 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новая - чтобы создать заявку;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список - чтобы посмотреть все заявки;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выход - чтобы сохранить данные и закрыть программу;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придумал, что заявки будут храниться: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временно - в памяти компьютера (в списке);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постоянно - в файле t.txt.</a:t>
            </a: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A40B3E-79F7-8995-9A28-690544A3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FAF5-1844-445E-BDDB-29D5EC5413AD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D46D28-D0F7-5620-C0F8-4C6A2A26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C4A29-4694-78D3-8AF5-8E76FF25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9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C7B5B-E0A9-BCDA-40A9-5C7421F6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04" y="-628976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                       Шаг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C66ECD-00FE-C2B1-DA87-3A226F43A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149" y="2049127"/>
            <a:ext cx="1044244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Настроил среду для работы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открыл Visual Studio (программу для написания кода);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создал консольное приложение (самое простое для начала);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подключил нужные «инструменты»(библиотеки) через </a:t>
            </a:r>
            <a:r>
              <a:rPr lang="ru-RU" sz="2000" dirty="0" err="1">
                <a:latin typeface="Calibri"/>
                <a:ea typeface="Calibri"/>
                <a:cs typeface="Calibri"/>
              </a:rPr>
              <a:t>using</a:t>
            </a:r>
            <a:r>
              <a:rPr lang="ru-RU" sz="2000" dirty="0">
                <a:latin typeface="Calibri"/>
                <a:ea typeface="Calibri"/>
                <a:cs typeface="Calibri"/>
              </a:rPr>
              <a:t>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565F4-4CE9-D5FD-611C-9FDAABF5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EED45-B96C-4925-A5DE-7858F9B23E56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97AF82-E0E8-7D32-E5C3-5E994A5E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C0B150-F163-CD70-C2B0-AE8EF4FAC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  <p:pic>
        <p:nvPicPr>
          <p:cNvPr id="7" name="Рисунок 6" descr="Изображение выглядит как игрушка, мультфильм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1C94E0-1819-1625-74AE-04507EE50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9857" y="1128156"/>
            <a:ext cx="4769922" cy="482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4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0BF6C-B437-9ECB-6065-81CFFCBE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38" y="-312300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                       Шаг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6A3B6-5588-CED7-9079-A0F48EFB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Заложил основу программы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написал метод </a:t>
            </a:r>
            <a:r>
              <a:rPr lang="ru-RU" sz="2000" dirty="0" err="1">
                <a:latin typeface="Calibri"/>
                <a:ea typeface="Calibri"/>
                <a:cs typeface="Calibri"/>
              </a:rPr>
              <a:t>Main</a:t>
            </a:r>
            <a:r>
              <a:rPr lang="ru-RU" sz="2000" dirty="0">
                <a:latin typeface="Calibri"/>
                <a:ea typeface="Calibri"/>
                <a:cs typeface="Calibri"/>
              </a:rPr>
              <a:t>() - это «сердце» программы, с него всё начинается;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добавил загрузку старых заявок из файла при запуске (если файл есть — читаем, если нет — начинаем с чистого листа);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сделал бесконечный цикл (while(true)), чтобы программа ждала команд,пока пользователь не скажет «выход».</a:t>
            </a: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FED1E-F15B-6780-10B2-D5CCC439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E654-6D55-4AC6-8FCC-74DE08E3905F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C2E33E-2A44-9B75-74B7-3707E3F0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57120-80B2-FADB-E1AE-74580C0B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85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E125C-C944-0C6F-6B2A-497365B6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" y="-628976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                       Шаг 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7FB7-B076-2315-C8DE-86AFC1AF5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266" y="999326"/>
            <a:ext cx="10442448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Научил бота понимать команды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для новая: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проверил, что текст не пустой;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записал время и описание в список заявок;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сказал: «Создано!»;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для список: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показал все заявки или написал: «Нет заявок»;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для выход: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сохранил все заявки в файл t.txt;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закрыл программу.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FC55FC-5A3B-A1A7-12E9-B2BDEF2C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8D26-67B1-47EE-8B0A-58AE383B0832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82B7A4-A6B2-F5CD-5959-C81B6349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A3E41A-59ED-D315-F8CB-3883A269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  <p:pic>
        <p:nvPicPr>
          <p:cNvPr id="8" name="Рисунок 7" descr="Изображение выглядит как мультфильм, игрушка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2A5340-E80B-B712-F4B5-DEF64CB7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079" y="902917"/>
            <a:ext cx="6104351" cy="572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40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00884-7220-F91A-DE88-ECC85C805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85" y="-411261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                      Шаг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FF78D-A482-319A-A157-D883A82EF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2444971"/>
            <a:ext cx="1044244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Защитил от ошибок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убрал лишние пробелы в начале и конце введённого текста;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если пользователь ввёл что‑то непонятное - бот пишет: «Неизвестная команда. Введите ‘новая’, ‘список’ или ‘выход’».</a:t>
            </a: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2476F2-A80D-2BE7-425F-A72C21F03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3664E-F13D-48D4-AE24-0C47AC6E8252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A564EF-F102-021D-CA0E-25A70083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ADA42B-9AD4-F6A2-3098-E4C8F5C5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  <p:pic>
        <p:nvPicPr>
          <p:cNvPr id="8" name="Рисунок 7" descr="Изображение выглядит как игруш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402082-9009-AC84-4132-0B882ECB9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260" y="217715"/>
            <a:ext cx="5126182" cy="512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4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951D4-D1DF-E95B-1297-817FFCBD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" y="-549807"/>
            <a:ext cx="10449784" cy="1265928"/>
          </a:xfrm>
        </p:spPr>
        <p:txBody>
          <a:bodyPr/>
          <a:lstStyle/>
          <a:p>
            <a:r>
              <a:rPr lang="ru-RU" dirty="0"/>
              <a:t>                                                   Шаг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68344-A70E-C35E-CD19-04C69E575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0811" y="1475153"/>
            <a:ext cx="10442448" cy="39038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. Проверил, что всё работает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протестировал все три команды по очереди;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убедился, что заявки сохраняются в файле и видны при следующем запуске;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попробовал ввести пустой текст - программа не ломается;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проверил неизвестные команды - бот вежливо подсказывает, что делать.</a:t>
            </a: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4AF79E-880C-0EFD-6D23-FF25D3B7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8B58-E4B3-4E76-B36B-271BBC77A8A9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6B83EA-F937-9BEE-15E8-F82825854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CF07D3-241E-7996-F014-A0B008D2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  <p:pic>
        <p:nvPicPr>
          <p:cNvPr id="7" name="Рисунок 6" descr="Изображение выглядит как мультфильм, мяч, игру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5FF6AD-70C4-EBB7-555D-9A4977F9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4" y="1061048"/>
            <a:ext cx="2143125" cy="380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A81D0C-58CE-235B-7921-A7E8B7C9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666" y="-628976"/>
            <a:ext cx="10449784" cy="1265928"/>
          </a:xfrm>
        </p:spPr>
        <p:txBody>
          <a:bodyPr/>
          <a:lstStyle/>
          <a:p>
            <a:r>
              <a:rPr lang="ru-RU" dirty="0"/>
              <a:t>Что я понял в процессе выполнения задачи?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681C37-F0A7-C47A-01C1-1C81563E7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82" y="1257439"/>
            <a:ext cx="10442448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 dirty="0">
                <a:latin typeface="Calibri"/>
                <a:ea typeface="Calibri"/>
                <a:cs typeface="Calibri"/>
              </a:rPr>
              <a:t>Простота — это сила. Чем меньше кода, тем легче его понять и исправить;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всегда проверяй, что пользователь ввёл что‑то осмысленное;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защищай программу от пустых строк - иначе она может упасть;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пиши понятные сообщения об ошибках - так пользователь не запутается.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Пользователь должен чувствовать себя комфортно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показывай подсказки («Доступные команды:»), чтобы было понятно, что делать;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давай мгновенную обратную связь(«Пока!») - это приятно;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делай команды интуитивными - чтобы не приходилось запоминать сложные названия.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для такой простой задачи не нужна база данных - хватит текстового файла;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нет смысла делать графический интерфейс - консоль быстрее и проще;</a:t>
            </a:r>
          </a:p>
          <a:p>
            <a:endParaRPr lang="ru-RU" sz="2000" dirty="0">
              <a:latin typeface="Calibri"/>
              <a:ea typeface="Calibri"/>
              <a:cs typeface="Calibri"/>
            </a:endParaRP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20BE9-366F-2118-3EAC-31EA2766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699CA-0CB4-4D3D-9C58-7260D827C568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F47A7F-04EC-5AA3-A210-1D455BF7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3E1D4E-0410-A91E-AE35-044BAEB5C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20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игру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3B36DD-5004-4F53-4421-472A18BCC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013" y="3146961"/>
            <a:ext cx="3711040" cy="37110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1E452-33EE-B93C-58B1-E5EF714E6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-628976"/>
            <a:ext cx="10449784" cy="1265928"/>
          </a:xfrm>
        </p:spPr>
        <p:txBody>
          <a:bodyPr/>
          <a:lstStyle/>
          <a:p>
            <a:r>
              <a:rPr lang="ru-RU" dirty="0"/>
              <a:t>                             Что получилось в итоге?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F4417E-5F7B-7334-1B9C-3AA4249B5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198061"/>
            <a:ext cx="10442448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ru-RU" sz="2000" dirty="0">
              <a:latin typeface="Calibri"/>
              <a:ea typeface="Calibri"/>
              <a:cs typeface="Calibri"/>
            </a:endParaRP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рабочая программа - можно сразу использовать;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данные не теряются между запусками (сохраняются в файле);</a:t>
            </a:r>
          </a:p>
          <a:p>
            <a:r>
              <a:rPr lang="ru-RU" sz="2000" dirty="0">
                <a:latin typeface="Calibri"/>
                <a:ea typeface="Calibri"/>
                <a:cs typeface="Calibri"/>
              </a:rPr>
              <a:t>бот не падает на ошибках - вежливо подсказывает, что делать.</a:t>
            </a:r>
          </a:p>
          <a:p>
            <a:endParaRPr lang="ru-RU" sz="2000" dirty="0">
              <a:latin typeface="Calibri"/>
              <a:ea typeface="Calibri"/>
              <a:cs typeface="Calibri"/>
            </a:endParaRPr>
          </a:p>
          <a:p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72964A-BA2A-61C2-378C-46F1F563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101A-9D92-410A-A5B6-581DEAA7A1B4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2C0CF-8352-8167-2310-067F27F4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51F618-A894-D26A-A13C-03917088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91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C118B-B874-775C-B811-5D31BEE7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375"/>
            <a:ext cx="10449784" cy="1354992"/>
          </a:xfrm>
        </p:spPr>
        <p:txBody>
          <a:bodyPr/>
          <a:lstStyle/>
          <a:p>
            <a:r>
              <a:rPr lang="ru-RU" dirty="0"/>
              <a:t>СПАСИБО ЗА ВНИМАНИЕ!!!!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F49793-D2B0-DA70-2A6A-47C28CD4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C624-7AA1-42BD-AB0C-A42B30C49B82}" type="datetime1">
              <a:t>12/26/2025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A3BCE3-5838-B290-BA47-C15A90EF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F0B457-F4A0-446C-5E42-69BFC087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  <p:pic>
        <p:nvPicPr>
          <p:cNvPr id="7" name="Рисунок 6" descr="Изображение выглядит как мультфильм, игрушка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562BB3-DC2F-1620-E644-27E3FF9E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79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530170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BohoVogueVTI</vt:lpstr>
      <vt:lpstr>Консольный чат бот для приемок заявок в службе техподдержки </vt:lpstr>
      <vt:lpstr>                                         Что я создал?</vt:lpstr>
      <vt:lpstr>                                      Главные плюсы</vt:lpstr>
      <vt:lpstr> Как я делал по шагам.                                                    Шаг 1</vt:lpstr>
      <vt:lpstr>                                                    Шаг 2</vt:lpstr>
      <vt:lpstr>                                                    Шаг 3</vt:lpstr>
      <vt:lpstr>                                                    Шаг 4</vt:lpstr>
      <vt:lpstr>                                                   Шаг 5</vt:lpstr>
      <vt:lpstr>                                                   Шаг 6</vt:lpstr>
      <vt:lpstr>Что я понял в процессе выполнения задачи?</vt:lpstr>
      <vt:lpstr>                             Что получилось в итоге?</vt:lpstr>
      <vt:lpstr>СПАСИБО ЗА ВНИМАНИЕ!!!!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242</cp:revision>
  <dcterms:created xsi:type="dcterms:W3CDTF">2025-12-26T18:35:38Z</dcterms:created>
  <dcterms:modified xsi:type="dcterms:W3CDTF">2025-12-26T19:20:40Z</dcterms:modified>
</cp:coreProperties>
</file>