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A21D19-780C-4318-ACDE-0D08401ED359}" v="881" dt="2025-12-26T19:18:58.28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2" autoAdjust="0"/>
    <p:restoredTop sz="94660"/>
  </p:normalViewPr>
  <p:slideViewPr>
    <p:cSldViewPr snapToGrid="0">
      <p:cViewPr>
        <p:scale>
          <a:sx n="76" d="100"/>
          <a:sy n="76" d="100"/>
        </p:scale>
        <p:origin x="-220" y="-1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F49D6F5-A9D4-C22B-732C-A31A172FB9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209393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E11AFD6E-3459-290F-1147-F0C47ACEEA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46774"/>
            <a:ext cx="9144000" cy="106689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 cap="all" spc="300" baseline="0"/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C54674D3-6FB9-5549-B0F2-FD61E82D1F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E39B8-A7CB-4B82-AC0C-44B99F546761}" type="datetimeFigureOut">
              <a:rPr lang="en-US" dirty="0"/>
              <a:t>2/12/2026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AB239BBC-C979-2C77-493E-CF5498AEB5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53813B7E-A51C-D9CD-2189-650A9D63B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439703"/>
      </p:ext>
    </p:extLst>
  </p:cSld>
  <p:clrMapOvr>
    <a:masterClrMapping/>
  </p:clrMapOvr>
  <p:extLst>
    <p:ext uri="{DCECCB84-F9BA-43D5-87BE-67443E8EF086}">
      <p15:sldGuideLst xmlns:p15="http://schemas.microsoft.com/office/powerpoint/2012/main" xmlns="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1E155F0-A6D4-C39B-394F-0B16E9C9C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BD1860F-B260-57CE-E12B-2C94860319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F745C9F-D94D-E5D3-B73A-20621FA536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E3940-CA92-4FEE-A698-62CF7BC5AC36}" type="datetimeFigureOut">
              <a:rPr lang="en-US" dirty="0"/>
              <a:t>2/12/2026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E5FAB243-BB42-966A-4708-15C9B11D6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D5C3A3BD-2CC5-03D3-4CD6-E31A55BA2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0687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D2D8633-AC3B-E617-1C54-84932DDD72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4236" y="1514688"/>
            <a:ext cx="8584164" cy="3138875"/>
          </a:xfrm>
        </p:spPr>
        <p:txBody>
          <a:bodyPr anchor="b">
            <a:normAutofit/>
          </a:bodyPr>
          <a:lstStyle>
            <a:lvl1pPr>
              <a:defRPr sz="3600" cap="all" spc="3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CF68C242-ECAB-AEC3-7E9B-F9854AF31C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74236" y="4963885"/>
            <a:ext cx="8584165" cy="1125765"/>
          </a:xfrm>
        </p:spPr>
        <p:txBody>
          <a:bodyPr>
            <a:normAutofit/>
          </a:bodyPr>
          <a:lstStyle>
            <a:lvl1pPr marL="0" indent="0">
              <a:buNone/>
              <a:defRPr sz="1600" cap="all" spc="300" baseline="0">
                <a:solidFill>
                  <a:schemeClr val="tx2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120D9B82-EEF4-2CD7-61FE-BAFB2B96D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CD641-6C35-45D1-9313-2719E9EA8AD8}" type="datetimeFigureOut">
              <a:rPr lang="en-US" dirty="0"/>
              <a:t>2/12/2026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59A222B6-F7A8-70A5-B023-FCAD5D7C4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4E85D758-2E38-8A8D-75BC-667F6A23B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99878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1F60DFF-11BD-F5F4-35D4-1986ABBD3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C5D1279-E9A9-702E-144D-61114B788E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77824" y="2159175"/>
            <a:ext cx="4977453" cy="401778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1584E624-7A76-56EC-FA0D-E2AA8EF9B9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28391" y="2159175"/>
            <a:ext cx="4985785" cy="401778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C99D7DF5-30AD-AE47-D516-5CEE82770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301268-3A74-4110-8F08-063DFB8BB885}" type="datetimeFigureOut">
              <a:rPr lang="en-US" dirty="0"/>
              <a:t>2/12/2026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8B05C503-B649-B083-6341-F6E376AF8C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1E53EA35-CF5A-DB36-8B14-5C184B6F1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81930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1ABA3D8-FDD9-329B-BCC6-BBF47F01BE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1348" y="602671"/>
            <a:ext cx="10429303" cy="76892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82EEF7DC-0699-CB3C-A7CB-39035D89A4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81349" y="1696325"/>
            <a:ext cx="4963538" cy="647700"/>
          </a:xfrm>
        </p:spPr>
        <p:txBody>
          <a:bodyPr anchor="b">
            <a:noAutofit/>
          </a:bodyPr>
          <a:lstStyle>
            <a:lvl1pPr marL="0" indent="0">
              <a:buNone/>
              <a:defRPr sz="1400" b="1" cap="all" spc="300" baseline="0"/>
            </a:lvl1pPr>
            <a:lvl2pPr marL="457200" indent="0">
              <a:buNone/>
              <a:defRPr sz="1400" b="1"/>
            </a:lvl2pPr>
            <a:lvl3pPr marL="914400" indent="0">
              <a:buNone/>
              <a:defRPr sz="1400" b="1"/>
            </a:lvl3pPr>
            <a:lvl4pPr marL="1371600" indent="0">
              <a:buNone/>
              <a:defRPr sz="1400" b="1"/>
            </a:lvl4pPr>
            <a:lvl5pPr marL="1828800" indent="0">
              <a:buNone/>
              <a:defRPr sz="1400" b="1"/>
            </a:lvl5pPr>
            <a:lvl6pPr marL="2286000" indent="0">
              <a:buNone/>
              <a:defRPr sz="1400" b="1"/>
            </a:lvl6pPr>
            <a:lvl7pPr marL="2743200" indent="0">
              <a:buNone/>
              <a:defRPr sz="1400" b="1"/>
            </a:lvl7pPr>
            <a:lvl8pPr marL="3200400" indent="0">
              <a:buNone/>
              <a:defRPr sz="1400" b="1"/>
            </a:lvl8pPr>
            <a:lvl9pPr marL="3657600" indent="0">
              <a:buNone/>
              <a:defRPr sz="14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D252EB40-99E1-CCA4-BAFA-F51AA56CF2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81349" y="2344025"/>
            <a:ext cx="4963538" cy="383337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038979BC-6B50-751D-D569-F360938B05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22669" y="1696325"/>
            <a:ext cx="4987982" cy="647700"/>
          </a:xfrm>
        </p:spPr>
        <p:txBody>
          <a:bodyPr anchor="b">
            <a:noAutofit/>
          </a:bodyPr>
          <a:lstStyle>
            <a:lvl1pPr marL="0" indent="0">
              <a:buNone/>
              <a:defRPr sz="1400" b="1" cap="all" spc="300" baseline="0"/>
            </a:lvl1pPr>
            <a:lvl2pPr marL="457200" indent="0">
              <a:buNone/>
              <a:defRPr sz="1400" b="1"/>
            </a:lvl2pPr>
            <a:lvl3pPr marL="914400" indent="0">
              <a:buNone/>
              <a:defRPr sz="1400" b="1"/>
            </a:lvl3pPr>
            <a:lvl4pPr marL="1371600" indent="0">
              <a:buNone/>
              <a:defRPr sz="1400" b="1"/>
            </a:lvl4pPr>
            <a:lvl5pPr marL="1828800" indent="0">
              <a:buNone/>
              <a:defRPr sz="1400" b="1"/>
            </a:lvl5pPr>
            <a:lvl6pPr marL="2286000" indent="0">
              <a:buNone/>
              <a:defRPr sz="1400" b="1"/>
            </a:lvl6pPr>
            <a:lvl7pPr marL="2743200" indent="0">
              <a:buNone/>
              <a:defRPr sz="1400" b="1"/>
            </a:lvl7pPr>
            <a:lvl8pPr marL="3200400" indent="0">
              <a:buNone/>
              <a:defRPr sz="1400" b="1"/>
            </a:lvl8pPr>
            <a:lvl9pPr marL="3657600" indent="0">
              <a:buNone/>
              <a:defRPr sz="14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84A3A26F-230E-2D25-6BDC-6ECA00FAEF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22669" y="2344025"/>
            <a:ext cx="4987982" cy="383337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48182A01-DE7C-3BA4-96FF-CDEF2F608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1C1AF-C1FB-48A7-98B4-E595E63F6614}" type="datetimeFigureOut">
              <a:rPr lang="en-US" dirty="0"/>
              <a:t>2/12/2026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6FCAA828-0166-8ECD-BCE8-654BEFDD7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7690C0D2-459A-04AA-FD90-7687D2FE8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58719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00D549F-FA71-857F-E02E-3CB63CE68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6F569611-F911-D3D4-B613-ACCDA56C45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44C44-5F8C-4BEA-BBCE-8694F126DC43}" type="datetimeFigureOut">
              <a:rPr lang="en-US" dirty="0"/>
              <a:t>2/12/2026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F6EA1961-0B6B-8FEB-F2CB-C42E90EF2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F42AA80E-3139-9F1B-9C3E-2A76628CF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47954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1AF54789-9F96-511A-0FB6-24F6A8418C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9E56F9-C8F2-4EF7-8042-704C94FF2795}" type="datetimeFigureOut">
              <a:rPr lang="en-US" dirty="0"/>
              <a:t>2/12/2026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8B780399-ADEF-8F74-9F59-6AD804C93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95B6A34F-ABAB-9C4E-38A1-C6EEB944B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178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EFE3917-2BF6-1CE2-F34B-49F0D09A1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07868"/>
            <a:ext cx="3640713" cy="2062594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0815B8F-A9F3-8583-FFF1-175021F17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2898" y="807867"/>
            <a:ext cx="5922489" cy="505318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5D90AFF-A949-CE9E-6B94-C1B6196129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3000652"/>
            <a:ext cx="3640713" cy="2868336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DA95267E-088F-FB9A-9469-551890F29F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932DF-953D-44BD-83F8-5D8DA76EA12A}" type="datetimeFigureOut">
              <a:rPr lang="en-US" dirty="0"/>
              <a:t>2/12/2026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38EA3FFC-B3A6-C0B6-5DAE-70BE0D6FB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B108D35F-BC2E-8D14-060F-449CBAF7C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5281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38909ED-ED97-A3CE-5569-77B45F414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20881"/>
            <a:ext cx="3639312" cy="206259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0683BB3A-9E24-DE4C-9619-1502F1B6F389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247408" y="919595"/>
            <a:ext cx="6107979" cy="5013614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94B4CE1F-29E0-88BB-8489-E58236B8B1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3000652"/>
            <a:ext cx="3643889" cy="2868336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724B7212-6816-FFD1-50B2-58844AD38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2F326D-65F4-4B2F-9A62-9E4BD9402C47}" type="datetimeFigureOut">
              <a:rPr lang="en-US" dirty="0"/>
              <a:t>2/12/2026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A2417744-5A24-B7B7-5FD6-E98E60832F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14CDA4D1-A71D-A7A6-3D0C-294E5D280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2112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7C990AE-F72C-4C2E-E2D0-7A8D7EEF0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1F41B46D-142E-8C8E-C4F4-B6B1586A6F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954D92E3-36AD-2615-0166-6B73C34F1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42F6F-0846-489A-A4BC-61B476BE2887}" type="datetimeFigureOut">
              <a:rPr lang="en-US" dirty="0"/>
              <a:t>2/12/2026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F10BFB69-319D-2284-2734-217160D39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1A6883B0-C775-5BD2-8EC6-A41D19BCA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0847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19040463-6D41-8D45-088A-540B0D1883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592281"/>
            <a:ext cx="2628900" cy="5584681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8B5F2276-7F04-F3F7-E3CE-F81C8DC637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92281"/>
            <a:ext cx="7734300" cy="5584681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C71802BF-9E0C-3251-8FAE-81F07DB05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29DF21-A340-467A-94AB-9502647BB771}" type="datetimeFigureOut">
              <a:rPr lang="en-US" dirty="0"/>
              <a:t>2/12/2026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329F1754-5B8F-A9FA-E8B1-06E04CE283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5F01E6A8-5139-ECD4-CC0C-32FFC6741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7986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5858A62-FE72-978B-BE71-05908D82E1A4}"/>
              </a:ext>
            </a:extLst>
          </p:cNvPr>
          <p:cNvSpPr/>
          <p:nvPr/>
        </p:nvSpPr>
        <p:spPr>
          <a:xfrm>
            <a:off x="0" y="0"/>
            <a:ext cx="12192000" cy="6860161"/>
          </a:xfrm>
          <a:prstGeom prst="rect">
            <a:avLst/>
          </a:prstGeom>
          <a:solidFill>
            <a:schemeClr val="bg2">
              <a:lumMod val="75000"/>
              <a:alpha val="15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5BFA14B7-4740-5D9F-6489-BAD00C3E0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1108" y="588245"/>
            <a:ext cx="10449784" cy="126592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7790487F-803F-C5AF-BD93-39C0FC7389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77824" y="2157984"/>
            <a:ext cx="10442448" cy="39038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586FCEF-4EDF-C2EF-7D81-FEFF7042F3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77824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spc="300" baseline="0">
                <a:solidFill>
                  <a:schemeClr val="tx2"/>
                </a:solidFill>
              </a:defRPr>
            </a:lvl1pPr>
          </a:lstStyle>
          <a:p>
            <a:fld id="{F9B0CB28-85DB-480B-8C99-FD493ACC7120}" type="datetimeFigureOut">
              <a:rPr lang="en-US" dirty="0"/>
              <a:t>2/12/2026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9A4663BC-4D46-C74D-DDF2-9D25B4D96F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132320" y="6356350"/>
            <a:ext cx="42976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cap="all" spc="300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B71B4EAE-CB5C-D14B-77EF-7B155FA683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9999" y="6356350"/>
            <a:ext cx="521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fld id="{5E4DE196-8A13-4FF7-A07E-102851959EAB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856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2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2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 xmlns="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  <p15:guide id="5" orient="horz" pos="3816">
          <p15:clr>
            <a:srgbClr val="F26B43"/>
          </p15:clr>
        </p15:guide>
        <p15:guide id="6" orient="horz" pos="117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346791" y="608456"/>
            <a:ext cx="9144000" cy="2209393"/>
          </a:xfrm>
        </p:spPr>
        <p:txBody>
          <a:bodyPr/>
          <a:lstStyle/>
          <a:p>
            <a:r>
              <a:rPr lang="ru-RU" sz="2800" b="1" dirty="0">
                <a:latin typeface="Calibri"/>
                <a:ea typeface="Calibri"/>
                <a:cs typeface="Calibri"/>
              </a:rPr>
              <a:t>Консольный чат бот для приемок заявок в службе техподдержки</a:t>
            </a:r>
            <a:endParaRPr lang="ru-RU" sz="2800" dirty="0">
              <a:latin typeface="Calibri"/>
            </a:endParaRPr>
          </a:p>
          <a:p>
            <a:endParaRPr lang="ru-RU" sz="2000" dirty="0">
              <a:latin typeface="Calibri"/>
              <a:ea typeface="Calibri"/>
              <a:cs typeface="Calibri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8565116" y="5102867"/>
            <a:ext cx="2929861" cy="405309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ru-RU" sz="1400" dirty="0">
                <a:latin typeface="Calibri"/>
                <a:ea typeface="Calibri"/>
                <a:cs typeface="Calibri"/>
              </a:rPr>
              <a:t>Выполнял:</a:t>
            </a:r>
          </a:p>
          <a:p>
            <a:r>
              <a:rPr lang="ru-RU" sz="1400" dirty="0">
                <a:latin typeface="Calibri"/>
                <a:ea typeface="Calibri"/>
                <a:cs typeface="Calibri"/>
              </a:rPr>
              <a:t>Студент: Белов </a:t>
            </a:r>
            <a:r>
              <a:rPr lang="ru-RU" sz="1400" err="1">
                <a:latin typeface="Calibri"/>
                <a:ea typeface="Calibri"/>
                <a:cs typeface="Calibri"/>
              </a:rPr>
              <a:t>кирилл</a:t>
            </a:r>
            <a:endParaRPr lang="ru-RU" sz="1400">
              <a:latin typeface="Calibri"/>
              <a:ea typeface="Calibri"/>
              <a:cs typeface="Calibri"/>
            </a:endParaRPr>
          </a:p>
          <a:p>
            <a:r>
              <a:rPr lang="ru-RU" sz="1400" dirty="0">
                <a:latin typeface="Calibri"/>
                <a:ea typeface="Calibri"/>
                <a:cs typeface="Calibri"/>
              </a:rPr>
              <a:t>Группа: ИПО-21.24</a:t>
            </a:r>
          </a:p>
        </p:txBody>
      </p:sp>
      <p:pic>
        <p:nvPicPr>
          <p:cNvPr id="4" name="Рисунок 3" descr="Изображение выглядит как мультфильм, графическая вставка, Анимация, иллюстрац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xmlns="" id="{6263B0A7-1C35-3F65-B1FD-F7863E1052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758" y="2602676"/>
            <a:ext cx="4104483" cy="3859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6515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21718320-9F5A-0E5E-562C-5E9623F3F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159" y="-378505"/>
            <a:ext cx="10449784" cy="1265928"/>
          </a:xfrm>
        </p:spPr>
        <p:txBody>
          <a:bodyPr/>
          <a:lstStyle/>
          <a:p>
            <a:r>
              <a:rPr lang="ru-RU" dirty="0"/>
              <a:t>                                         Что я создал?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44B770F0-B7F7-4FC3-CE94-1775DE9DFD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7824" y="1712659"/>
            <a:ext cx="10442448" cy="390381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sz="2000" dirty="0">
                <a:latin typeface="Calibri"/>
                <a:ea typeface="Calibri"/>
                <a:cs typeface="Calibri"/>
              </a:rPr>
              <a:t>Я создал маленькую, но полезную программу - бота для техподдержки. Он работает в окне командной строки  и умеет: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принимать новые заявки от пользователей;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показывать все накопленные заявки;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сохранять данные, чтобы они не пропали после закрытия программы.</a:t>
            </a:r>
          </a:p>
          <a:p>
            <a:endParaRPr lang="ru-RU" dirty="0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113ACFF7-401F-4BC7-FC2A-EFCC8A6C1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1B026-7D33-4601-9A17-48DEF95AFCA2}" type="datetime1">
              <a:t>12.02.2026</a:t>
            </a:fld>
            <a:endParaRPr lang="en-US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FDE1ACF7-BFC2-E63E-480B-D179BADE0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4F3E70F8-04EA-AFF9-39B0-34E4EEDF4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dirty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78553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83E10C2C-3A96-1DC9-0505-867FCBFD3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2689" y="-415941"/>
            <a:ext cx="10449784" cy="1265928"/>
          </a:xfrm>
        </p:spPr>
        <p:txBody>
          <a:bodyPr/>
          <a:lstStyle/>
          <a:p>
            <a:r>
              <a:rPr lang="ru-RU" dirty="0"/>
              <a:t>                                      Главные плюсы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120BB951-1667-A4F8-1BFB-69D6F7F493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3499" y="1555472"/>
            <a:ext cx="11428911" cy="453586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sz="2000" dirty="0">
                <a:latin typeface="Calibri"/>
                <a:ea typeface="Calibri"/>
                <a:cs typeface="Calibri"/>
              </a:rPr>
              <a:t>написан на C# - это современный и понятный язык;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всего 29 строк кода - очень компактно;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не требует сложных интерфейсов - всё через текст;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хранит данные в простом текстовом файле(t.txt).</a:t>
            </a:r>
          </a:p>
          <a:p>
            <a:r>
              <a:rPr lang="ru-RU" sz="2000" dirty="0">
                <a:latin typeface="Calibri"/>
                <a:ea typeface="+mn-lt"/>
                <a:cs typeface="+mn-lt"/>
              </a:rPr>
              <a:t>(Файл </a:t>
            </a:r>
            <a:r>
              <a:rPr lang="ru-RU" sz="2000" dirty="0">
                <a:latin typeface="Calibri"/>
                <a:ea typeface="Calibri"/>
                <a:cs typeface="Calibri"/>
              </a:rPr>
              <a:t>t.txt</a:t>
            </a:r>
            <a:r>
              <a:rPr lang="ru-RU" sz="2000" dirty="0">
                <a:latin typeface="Calibri"/>
                <a:ea typeface="+mn-lt"/>
                <a:cs typeface="+mn-lt"/>
              </a:rPr>
              <a:t> - это текстовый файл, в котором бот сохраняет все заявки (в формате «время - описание») между запусками программы: при старте он загружает данные из него, а при завершении работы (по команде «выход») - записывает обновлённый список заявок обратно.)</a:t>
            </a:r>
            <a:endParaRPr lang="ru-RU" sz="2000" dirty="0">
              <a:latin typeface="Calibri"/>
              <a:ea typeface="Calibri"/>
              <a:cs typeface="Calibri"/>
            </a:endParaRPr>
          </a:p>
          <a:p>
            <a:endParaRPr lang="ru-RU" sz="2000" dirty="0">
              <a:latin typeface="Calibri"/>
              <a:ea typeface="Calibri"/>
              <a:cs typeface="Calibri"/>
            </a:endParaRP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1ABC38AA-B668-2B48-F2A1-274659FEB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B906E-32E3-45D1-B1DE-7D641A28A27E}" type="datetime1">
              <a:t>12.02.2026</a:t>
            </a:fld>
            <a:endParaRPr lang="en-US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144142B3-866C-C62E-5575-6C81C1331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5546D765-64BB-A898-35B6-1BB85332C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dirty="0"/>
              <a:t>3</a:t>
            </a:fld>
            <a:endParaRPr lang="en-US" dirty="0"/>
          </a:p>
        </p:txBody>
      </p:sp>
      <p:pic>
        <p:nvPicPr>
          <p:cNvPr id="7" name="Рисунок 6" descr="Изображение выглядит как мультфильм, игрушка, искусств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xmlns="" id="{F1BB7E8A-669F-A247-FB50-4CF7AB8727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3647" y="-2"/>
            <a:ext cx="5281078" cy="3461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16460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803590CB-89B8-0CCF-AF82-433500DA3F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16" y="-243027"/>
            <a:ext cx="10449784" cy="1265928"/>
          </a:xfrm>
        </p:spPr>
        <p:txBody>
          <a:bodyPr/>
          <a:lstStyle/>
          <a:p>
            <a:endParaRPr lang="ru-RU" sz="1000" dirty="0">
              <a:latin typeface="Helvetica Neue"/>
            </a:endParaRPr>
          </a:p>
          <a:p>
            <a:r>
              <a:rPr lang="ru-RU" dirty="0"/>
              <a:t>Как я делал по шагам.</a:t>
            </a:r>
            <a:br>
              <a:rPr lang="ru-RU" dirty="0"/>
            </a:br>
            <a:r>
              <a:rPr lang="ru-RU" dirty="0"/>
              <a:t>                                                   Шаг 1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F9134BD0-99A4-B816-92B4-5CE1E228A3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ru-RU" sz="2000" dirty="0">
                <a:latin typeface="Calibri"/>
                <a:ea typeface="Calibri"/>
                <a:cs typeface="Calibri"/>
              </a:rPr>
              <a:t>Придумал, что должно быть в программе решил, что будет три главные команды: 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новая - чтобы создать заявку;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список - чтобы посмотреть все заявки;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выход - чтобы сохранить данные и закрыть программу;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придумал, что заявки будут храниться: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временно - в памяти компьютера (в списке);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постоянно - в файле t.txt.</a:t>
            </a:r>
          </a:p>
          <a:p>
            <a:endParaRPr lang="ru-RU" sz="2000" dirty="0">
              <a:latin typeface="Calibri"/>
              <a:ea typeface="Calibri"/>
              <a:cs typeface="Calibri"/>
            </a:endParaRP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A2A40B3E-79F7-8995-9A28-690544A35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6FAF5-1844-445E-BDDB-29D5EC5413AD}" type="datetime1">
              <a:t>12.02.2026</a:t>
            </a:fld>
            <a:endParaRPr lang="en-US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6FD46D28-D0F7-5620-C0F8-4C6A2A26D9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18BC4A29-4694-78D3-8AF5-8E76FF256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dirty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3922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702C7B5B-E0A9-BCDA-40A9-5C7421F6B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004" y="-628976"/>
            <a:ext cx="10449784" cy="1265928"/>
          </a:xfrm>
        </p:spPr>
        <p:txBody>
          <a:bodyPr/>
          <a:lstStyle/>
          <a:p>
            <a:r>
              <a:rPr lang="ru-RU" dirty="0"/>
              <a:t>                                                    Шаг 2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14C66ECD-00FE-C2B1-DA87-3A226F43AB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71149" y="2049127"/>
            <a:ext cx="10442448" cy="390381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sz="2000" dirty="0">
                <a:latin typeface="Calibri"/>
                <a:ea typeface="Calibri"/>
                <a:cs typeface="Calibri"/>
              </a:rPr>
              <a:t>Настроил среду для работы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открыл Visual Studio (программу для написания кода);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создал консольное приложение (самое простое для начала);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подключил нужные «инструменты»(библиотеки) через </a:t>
            </a:r>
            <a:r>
              <a:rPr lang="ru-RU" sz="2000" dirty="0" err="1">
                <a:latin typeface="Calibri"/>
                <a:ea typeface="Calibri"/>
                <a:cs typeface="Calibri"/>
              </a:rPr>
              <a:t>using</a:t>
            </a:r>
            <a:r>
              <a:rPr lang="ru-RU" sz="2000" dirty="0">
                <a:latin typeface="Calibri"/>
                <a:ea typeface="Calibri"/>
                <a:cs typeface="Calibri"/>
              </a:rPr>
              <a:t>.</a:t>
            </a:r>
          </a:p>
          <a:p>
            <a:endParaRPr lang="ru-RU" dirty="0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EF3565F4-4CE9-D5FD-611C-9FDAABF59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3EED45-B96C-4925-A5DE-7858F9B23E56}" type="datetime1">
              <a:t>12.02.2026</a:t>
            </a:fld>
            <a:endParaRPr lang="en-US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5D97AF82-E0E8-7D32-E5C3-5E994A5EF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21C0B150-F163-CD70-C2B0-AE8EF4FAC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dirty="0"/>
              <a:t>5</a:t>
            </a:fld>
            <a:endParaRPr lang="en-US" dirty="0"/>
          </a:p>
        </p:txBody>
      </p:sp>
      <p:pic>
        <p:nvPicPr>
          <p:cNvPr id="7" name="Рисунок 6" descr="Изображение выглядит как игрушка, мультфильм, черно-белы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xmlns="" id="{411C94E0-1819-1625-74AE-04507EE50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89857" y="1128156"/>
            <a:ext cx="4769922" cy="4829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1497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1EC0BF6C-B437-9ECB-6065-81CFFCBED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238" y="-312300"/>
            <a:ext cx="10449784" cy="1265928"/>
          </a:xfrm>
        </p:spPr>
        <p:txBody>
          <a:bodyPr/>
          <a:lstStyle/>
          <a:p>
            <a:r>
              <a:rPr lang="ru-RU" dirty="0"/>
              <a:t>                                                    Шаг 3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A886A3B6-5588-CED7-9079-A0F48EFB30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ru-RU" sz="2000" dirty="0">
                <a:latin typeface="Calibri"/>
                <a:ea typeface="Calibri"/>
                <a:cs typeface="Calibri"/>
              </a:rPr>
              <a:t>Заложил основу программы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написал метод </a:t>
            </a:r>
            <a:r>
              <a:rPr lang="ru-RU" sz="2000" dirty="0" err="1">
                <a:latin typeface="Calibri"/>
                <a:ea typeface="Calibri"/>
                <a:cs typeface="Calibri"/>
              </a:rPr>
              <a:t>Main</a:t>
            </a:r>
            <a:r>
              <a:rPr lang="ru-RU" sz="2000" dirty="0">
                <a:latin typeface="Calibri"/>
                <a:ea typeface="Calibri"/>
                <a:cs typeface="Calibri"/>
              </a:rPr>
              <a:t>() - это «сердце» программы, с него всё начинается;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добавил загрузку старых заявок из файла при запуске (если файл есть — читаем, если нет — начинаем с чистого листа);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сделал бесконечный цикл (while(true)), чтобы программа ждала команд,пока пользователь не скажет «выход».</a:t>
            </a:r>
          </a:p>
          <a:p>
            <a:endParaRPr lang="ru-RU" sz="2000" dirty="0">
              <a:latin typeface="Calibri"/>
              <a:ea typeface="Calibri"/>
              <a:cs typeface="Calibri"/>
            </a:endParaRP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6EAFED1E-F15B-6780-10B2-D5CCC4391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01E654-6D55-4AC6-8FCC-74DE08E3905F}" type="datetime1">
              <a:t>12.02.2026</a:t>
            </a:fld>
            <a:endParaRPr lang="en-US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75C2E33E-2A44-9B75-74B7-3707E3F0C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EC357120-80B2-FADB-E1AE-74580C0B2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dirty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19856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A86E125C-C944-0C6F-6B2A-497365B6A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" y="-628976"/>
            <a:ext cx="10449784" cy="1265928"/>
          </a:xfrm>
        </p:spPr>
        <p:txBody>
          <a:bodyPr/>
          <a:lstStyle/>
          <a:p>
            <a:r>
              <a:rPr lang="ru-RU" dirty="0"/>
              <a:t>                                                    Шаг 4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79B67FB7-B076-2315-C8DE-86AFC1AF5C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48266" y="999326"/>
            <a:ext cx="10442448" cy="3903819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ru-RU" sz="2000" dirty="0">
                <a:latin typeface="Calibri"/>
                <a:ea typeface="Calibri"/>
                <a:cs typeface="Calibri"/>
              </a:rPr>
              <a:t>Научил бота понимать команды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для новая: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проверил, что текст не пустой;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записал время и описание в список заявок;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сказал: «Создано!»;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для список: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показал все заявки или написал: «Нет заявок»;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для выход: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сохранил все заявки в файл t.txt;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закрыл программу.</a:t>
            </a:r>
          </a:p>
          <a:p>
            <a:endParaRPr lang="ru-RU" dirty="0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73FC55FC-5A3B-A1A7-12E9-B2BDEF2CF3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88D26-67B1-47EE-8B0A-58AE383B0832}" type="datetime1">
              <a:t>12.02.2026</a:t>
            </a:fld>
            <a:endParaRPr lang="en-US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3B82B7A4-A6B2-F5CD-5959-C81B63496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FFA3E41A-59ED-D315-F8CB-3883A2690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dirty="0"/>
              <a:t>7</a:t>
            </a:fld>
            <a:endParaRPr lang="en-US" dirty="0"/>
          </a:p>
        </p:txBody>
      </p:sp>
      <p:pic>
        <p:nvPicPr>
          <p:cNvPr id="8" name="Рисунок 7" descr="Изображение выглядит как мультфильм, игрушка, черно-белы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xmlns="" id="{702A5340-E80B-B712-F4B5-DEF64CB70E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59079" y="902917"/>
            <a:ext cx="6104351" cy="5720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44094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43B00884-7220-F91A-DE88-ECC85C805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485" y="-411261"/>
            <a:ext cx="10449784" cy="1265928"/>
          </a:xfrm>
        </p:spPr>
        <p:txBody>
          <a:bodyPr/>
          <a:lstStyle/>
          <a:p>
            <a:r>
              <a:rPr lang="ru-RU" dirty="0"/>
              <a:t>                                                   Шаг 5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45BFF78D-A482-319A-A157-D883A82EF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24" y="2444971"/>
            <a:ext cx="10442448" cy="390381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sz="2000" dirty="0">
                <a:latin typeface="Calibri"/>
                <a:ea typeface="Calibri"/>
                <a:cs typeface="Calibri"/>
              </a:rPr>
              <a:t>Защитил от ошибок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убрал лишние пробелы в начале и конце введённого текста;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если пользователь ввёл что‑то непонятное - бот пишет: «Неизвестная команда. Введите ‘новая’, ‘список’ или ‘выход’».</a:t>
            </a:r>
          </a:p>
          <a:p>
            <a:endParaRPr lang="ru-RU" sz="2000" dirty="0">
              <a:latin typeface="Calibri"/>
              <a:ea typeface="Calibri"/>
              <a:cs typeface="Calibri"/>
            </a:endParaRP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7A2476F2-A80D-2BE7-425F-A72C21F03B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3664E-F13D-48D4-AE24-0C47AC6E8252}" type="datetime1">
              <a:t>12.02.2026</a:t>
            </a:fld>
            <a:endParaRPr lang="en-US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DDA564EF-F102-021D-CA0E-25A70083B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96ADA42B-9AD4-F6A2-3098-E4C8F5C59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dirty="0"/>
              <a:t>8</a:t>
            </a:fld>
            <a:endParaRPr lang="en-US" dirty="0"/>
          </a:p>
        </p:txBody>
      </p:sp>
      <p:pic>
        <p:nvPicPr>
          <p:cNvPr id="8" name="Рисунок 7" descr="Изображение выглядит как игрушка, мультфильм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xmlns="" id="{B5402082-9009-AC84-4132-0B882ECB93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260" y="217715"/>
            <a:ext cx="5126182" cy="5126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2482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138951D4-D1DF-E95B-1297-817FFCBD0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" y="-549807"/>
            <a:ext cx="10449784" cy="1265928"/>
          </a:xfrm>
        </p:spPr>
        <p:txBody>
          <a:bodyPr/>
          <a:lstStyle/>
          <a:p>
            <a:r>
              <a:rPr lang="ru-RU" dirty="0"/>
              <a:t>                                                   Шаг 6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72468344-A70E-C35E-CD19-04C69E5752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50811" y="1475153"/>
            <a:ext cx="10442448" cy="390381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sz="2000" dirty="0">
                <a:latin typeface="Calibri"/>
                <a:ea typeface="Calibri"/>
                <a:cs typeface="Calibri"/>
              </a:rPr>
              <a:t>. Проверил, что всё работает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протестировал все три команды по очереди;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убедился, что заявки сохраняются в файле и видны при следующем запуске;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попробовал ввести пустой текст - программа не ломается;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проверил неизвестные команды - бот вежливо подсказывает, что делать.</a:t>
            </a:r>
          </a:p>
          <a:p>
            <a:endParaRPr lang="ru-RU" sz="2000" dirty="0">
              <a:latin typeface="Calibri"/>
              <a:ea typeface="Calibri"/>
              <a:cs typeface="Calibri"/>
            </a:endParaRP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644AF79E-880C-0EFD-6D23-FF25D3B7D1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28B58-E4B3-4E76-B36B-271BBC77A8A9}" type="datetime1">
              <a:t>12.02.2026</a:t>
            </a:fld>
            <a:endParaRPr lang="en-US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BB6B83EA-F937-9BEE-15E8-F82825854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A9CF07D3-241E-7996-F014-A0B008D2E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dirty="0"/>
              <a:t>9</a:t>
            </a:fld>
            <a:endParaRPr lang="en-US" dirty="0"/>
          </a:p>
        </p:txBody>
      </p:sp>
      <p:pic>
        <p:nvPicPr>
          <p:cNvPr id="7" name="Рисунок 6" descr="Изображение выглядит как мультфильм, мяч, игруш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xmlns="" id="{815FF6AD-70C4-EBB7-555D-9A4977F9D2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814" y="1061048"/>
            <a:ext cx="2143125" cy="3805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0172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39A81D0C-58CE-235B-7921-A7E8B7C96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666" y="-628976"/>
            <a:ext cx="10449784" cy="1265928"/>
          </a:xfrm>
        </p:spPr>
        <p:txBody>
          <a:bodyPr/>
          <a:lstStyle/>
          <a:p>
            <a:r>
              <a:rPr lang="ru-RU" dirty="0"/>
              <a:t>Что я понял в процессе выполнения задачи?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AE681C37-F0A7-C47A-01C1-1C81563E70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9382" y="1257439"/>
            <a:ext cx="10442448" cy="3903819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ru-RU" sz="2000" dirty="0">
                <a:latin typeface="Calibri"/>
                <a:ea typeface="Calibri"/>
                <a:cs typeface="Calibri"/>
              </a:rPr>
              <a:t>Простота — это сила. Чем меньше кода, тем легче его понять и исправить;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всегда проверяй, что пользователь ввёл что‑то осмысленное;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защищай программу от пустых строк - иначе она может упасть;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пиши понятные сообщения об ошибках - так пользователь не запутается.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Пользователь должен чувствовать себя комфортно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показывай подсказки («Доступные команды:»), чтобы было понятно, что делать;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давай мгновенную обратную связь(«Пока!») - это приятно;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делай команды интуитивными - чтобы не приходилось запоминать сложные названия.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для такой простой задачи не нужна база данных - хватит текстового файла;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нет смысла делать графический интерфейс - консоль быстрее и проще;</a:t>
            </a:r>
          </a:p>
          <a:p>
            <a:endParaRPr lang="ru-RU" sz="2000" dirty="0">
              <a:latin typeface="Calibri"/>
              <a:ea typeface="Calibri"/>
              <a:cs typeface="Calibri"/>
            </a:endParaRPr>
          </a:p>
          <a:p>
            <a:endParaRPr lang="ru-RU" sz="2000" dirty="0">
              <a:latin typeface="Calibri"/>
              <a:ea typeface="Calibri"/>
              <a:cs typeface="Calibri"/>
            </a:endParaRP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68D20BE9-366F-2118-3EAC-31EA2766C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3699CA-0CB4-4D3D-9C58-7260D827C568}" type="datetime1">
              <a:t>12.02.2026</a:t>
            </a:fld>
            <a:endParaRPr lang="en-US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3DF47A7F-04EC-5AA3-A210-1D455BF73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143E1D4E-0410-A91E-AE35-044BAEB5C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dirty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32061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 descr="Изображение выглядит как игруш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xmlns="" id="{043B36DD-5004-4F53-4421-472A18BCC5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6013" y="3146961"/>
            <a:ext cx="3711040" cy="371104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AA41E452-33EE-B93C-58B1-E5EF714E6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1108" y="-628976"/>
            <a:ext cx="10449784" cy="1265928"/>
          </a:xfrm>
        </p:spPr>
        <p:txBody>
          <a:bodyPr/>
          <a:lstStyle/>
          <a:p>
            <a:r>
              <a:rPr lang="ru-RU" dirty="0"/>
              <a:t>                             Что получилось в итоге?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4DF4417E-5F7B-7334-1B9C-3AA4249B5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7824" y="1198061"/>
            <a:ext cx="10442448" cy="3903819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endParaRPr lang="ru-RU" sz="2000" dirty="0">
              <a:latin typeface="Calibri"/>
              <a:ea typeface="Calibri"/>
              <a:cs typeface="Calibri"/>
            </a:endParaRP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рабочая программа - можно сразу использовать;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данные не теряются между запусками (сохраняются в файле);</a:t>
            </a:r>
          </a:p>
          <a:p>
            <a:r>
              <a:rPr lang="ru-RU" sz="2000" dirty="0">
                <a:latin typeface="Calibri"/>
                <a:ea typeface="Calibri"/>
                <a:cs typeface="Calibri"/>
              </a:rPr>
              <a:t>бот не падает на ошибках - вежливо подсказывает, что делать.</a:t>
            </a:r>
          </a:p>
          <a:p>
            <a:endParaRPr lang="ru-RU" sz="2000" dirty="0">
              <a:latin typeface="Calibri"/>
              <a:ea typeface="Calibri"/>
              <a:cs typeface="Calibri"/>
            </a:endParaRPr>
          </a:p>
          <a:p>
            <a:endParaRPr lang="ru-RU" sz="2000" dirty="0">
              <a:latin typeface="Calibri"/>
              <a:ea typeface="Calibri"/>
              <a:cs typeface="Calibri"/>
            </a:endParaRP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5672964A-BA2A-61C2-378C-46F1F5635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4101A-9D92-410A-A5B6-581DEAA7A1B4}" type="datetime1">
              <a:t>12.02.2026</a:t>
            </a:fld>
            <a:endParaRPr lang="en-US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4762C0CF-8352-8167-2310-067F27F4A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F751F618-A894-D26A-A13C-039170889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dirty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69127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15DC118B-B874-775C-B811-5D31BEE7C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1108" y="4375"/>
            <a:ext cx="10449784" cy="1354992"/>
          </a:xfrm>
        </p:spPr>
        <p:txBody>
          <a:bodyPr/>
          <a:lstStyle/>
          <a:p>
            <a:r>
              <a:rPr lang="ru-RU" dirty="0"/>
              <a:t>СПАСИБО ЗА ВНИМАНИЕ!!!!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E1F49793-D2B0-DA70-2A6A-47C28CD48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67C624-7AA1-42BD-AB0C-A42B30C49B82}" type="datetime1">
              <a:t>12.02.2026</a:t>
            </a:fld>
            <a:endParaRPr lang="en-US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CFA3BCE3-5838-B290-BA47-C15A90EF45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60F0B457-F4A0-446C-5E42-69BFC087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4DE196-8A13-4FF7-A07E-102851959EAB}" type="slidenum">
              <a:rPr lang="en-US" dirty="0"/>
              <a:t>12</a:t>
            </a:fld>
            <a:endParaRPr lang="en-US" dirty="0"/>
          </a:p>
        </p:txBody>
      </p:sp>
      <p:pic>
        <p:nvPicPr>
          <p:cNvPr id="7" name="Рисунок 6" descr="Изображение выглядит как мультфильм, игрушка, искусств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xmlns="" id="{0F562BB3-DC2F-1620-E644-27E3FF9E50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7579" y="0"/>
            <a:ext cx="54864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530170"/>
      </p:ext>
    </p:extLst>
  </p:cSld>
  <p:clrMapOvr>
    <a:masterClrMapping/>
  </p:clrMapOvr>
</p:sld>
</file>

<file path=ppt/theme/theme1.xml><?xml version="1.0" encoding="utf-8"?>
<a:theme xmlns:a="http://schemas.openxmlformats.org/drawingml/2006/main" name="BohoVogueVTI">
  <a:themeElements>
    <a:clrScheme name="BohoVogueVTI">
      <a:dk1>
        <a:sysClr val="windowText" lastClr="000000"/>
      </a:dk1>
      <a:lt1>
        <a:sysClr val="window" lastClr="FFFFFF"/>
      </a:lt1>
      <a:dk2>
        <a:srgbClr val="35403A"/>
      </a:dk2>
      <a:lt2>
        <a:srgbClr val="F1EFEB"/>
      </a:lt2>
      <a:accent1>
        <a:srgbClr val="9E8B50"/>
      </a:accent1>
      <a:accent2>
        <a:srgbClr val="D5966B"/>
      </a:accent2>
      <a:accent3>
        <a:srgbClr val="9BA6BB"/>
      </a:accent3>
      <a:accent4>
        <a:srgbClr val="869880"/>
      </a:accent4>
      <a:accent5>
        <a:srgbClr val="588267"/>
      </a:accent5>
      <a:accent6>
        <a:srgbClr val="B89C46"/>
      </a:accent6>
      <a:hlink>
        <a:srgbClr val="C77138"/>
      </a:hlink>
      <a:folHlink>
        <a:srgbClr val="589374"/>
      </a:folHlink>
    </a:clrScheme>
    <a:fontScheme name="BohoVogueVTI">
      <a:majorFont>
        <a:latin typeface="Walbaum Display"/>
        <a:ea typeface=""/>
        <a:cs typeface=""/>
      </a:majorFont>
      <a:minorFont>
        <a:latin typeface="Aptos Light"/>
        <a:ea typeface=""/>
        <a:cs typeface=""/>
      </a:minorFont>
    </a:fontScheme>
    <a:fmtScheme name="BohoVogueVTI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xmlns="" name="BohoVogueVTI" id="{587E0025-A466-4551-A341-1A9F570FDF06}" vid="{F615CBBD-D1BB-4663-887F-92A47C7C6AB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302</Words>
  <Application>Microsoft Office PowerPoint</Application>
  <PresentationFormat>Произвольный</PresentationFormat>
  <Paragraphs>105</Paragraphs>
  <Slides>12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3" baseType="lpstr">
      <vt:lpstr>BohoVogueVTI</vt:lpstr>
      <vt:lpstr>Консольный чат бот для приемок заявок в службе техподдержки </vt:lpstr>
      <vt:lpstr>                                         Что я создал?</vt:lpstr>
      <vt:lpstr>                                      Главные плюсы</vt:lpstr>
      <vt:lpstr> Как я делал по шагам.                                                    Шаг 1</vt:lpstr>
      <vt:lpstr>                                                    Шаг 2</vt:lpstr>
      <vt:lpstr>                                                    Шаг 3</vt:lpstr>
      <vt:lpstr>                                                    Шаг 4</vt:lpstr>
      <vt:lpstr>                                                   Шаг 5</vt:lpstr>
      <vt:lpstr>                                                   Шаг 6</vt:lpstr>
      <vt:lpstr>Что я понял в процессе выполнения задачи?</vt:lpstr>
      <vt:lpstr>                             Что получилось в итоге?</vt:lpstr>
      <vt:lpstr>СПАСИБО ЗА ВНИМАНИЕ!!!!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Консольный чат бот для приемок заявок в службе техподдержки </dc:title>
  <dc:creator>User</dc:creator>
  <cp:lastModifiedBy>User</cp:lastModifiedBy>
  <cp:revision>243</cp:revision>
  <dcterms:created xsi:type="dcterms:W3CDTF">2025-12-26T18:35:38Z</dcterms:created>
  <dcterms:modified xsi:type="dcterms:W3CDTF">2026-02-12T10:11:54Z</dcterms:modified>
</cp:coreProperties>
</file>